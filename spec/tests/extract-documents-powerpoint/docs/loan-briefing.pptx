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s"/>
          <p:cNvSpPr/>
          <p:nvPr>
            <p:ph type="sldImg"/>
          </p:nvPr>
        </p:nvSpPr>
        <p:txBody>
          <a:p>
            <a:r>
              <a:t>slide image</a:t>
            </a:r>
          </a:p>
        </p:txBody>
      </p:sp>
      <p:sp>
        <p:nvSpPr>
          <p:cNvPr id="1" name="s"/>
          <p:cNvSpPr/>
          <p:nvPr>
            <p:ph type="body"/>
          </p:nvPr>
        </p:nvSpPr>
        <p:txBody>
          <a:p>
            <a:r>
              <a:t>The renewal must be confirmed by email within 1 day.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s"/>
          <p:cNvSpPr/>
          <p:nvPr>
            <p:ph type="title"/>
          </p:nvPr>
        </p:nvSpPr>
        <p:txBody>
          <a:p>
            <a:r>
              <a:t>Loan policy</a:t>
            </a:r>
          </a:p>
        </p:txBody>
      </p:sp>
      <p:sp>
        <p:nvSpPr>
          <p:cNvPr id="1" name="s"/>
          <p:cNvSpPr/>
          <p:nvPr/>
        </p:nvSpPr>
        <p:txBody>
          <a:p>
            <a:r>
              <a:t>A member shall borrow at most 5 books.</a:t>
            </a:r>
          </a:p>
          <a:p>
            <a:r>
              <a:t>Loans are renewed online.</a:t>
            </a:r>
          </a:p>
        </p:txBody>
      </p:sp>
      <p:sp>
        <p:nvSpPr>
          <p:cNvPr id="1" name="s"/>
          <p:cNvSpPr/>
          <p:nvPr>
            <p:ph type="sldNum"/>
          </p:nvPr>
        </p:nvSpPr>
        <p:txBody>
          <a:p>
            <a:r>
              <a:t>1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s"/>
          <p:cNvSpPr/>
          <p:nvPr>
            <p:ph type="title"/>
          </p:nvPr>
        </p:nvSpPr>
        <p:txBody>
          <a:p>
            <a:r>
              <a:t>Book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Field</a:t>
                      </a:r>
                    </a:p>
                  </a:txBody>
                </a:tc>
                <a:tc>
                  <a:txBody>
                    <a:p>
                      <a:r>
                        <a:t>Type</a:t>
                      </a:r>
                    </a:p>
                  </a:txBody>
                </a:tc>
                <a:tc>
                  <a:txBody>
                    <a:p>
                      <a:r>
                        <a:t>Required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title</a:t>
                      </a:r>
                    </a:p>
                  </a:txBody>
                </a:tc>
                <a:tc>
                  <a:txBody>
                    <a:p>
                      <a:r>
                        <a:t>string</a:t>
                      </a:r>
                    </a:p>
                  </a:txBody>
                </a:tc>
                <a:tc>
                  <a:txBody>
                    <a:p>
                      <a:r>
                        <a:t>yes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published</a:t>
                      </a:r>
                    </a:p>
                  </a:txBody>
                </a:tc>
                <a:tc>
                  <a:txBody>
                    <a:p>
                      <a:r>
                        <a:t>date</a:t>
                      </a:r>
                    </a:p>
                  </a:txBody>
                </a:tc>
                <a:tc>
                  <a:txBody>
                    <a:p>
                      <a:r>
                        <a:t>no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id="3" name="cover"/>
        </p:nvPicPr>
      </p:pic>
      <p:graphicFrame>
        <a:graphic>
          <a:graphicData uri="chart"/>
        </a:graphic>
      </p:graphicFrame>
    </p:spTree>
  </p:cSld>
</p:sld>
</file>